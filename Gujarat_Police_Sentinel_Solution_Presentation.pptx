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GUJARAT POLICE INNOVATION CHALLENGE 2026</a:t>
            </a:r>
          </a:p>
          <a:p>
            <a:pPr>
              <a:spcBef>
                <a:spcPts val="1000"/>
              </a:spcBef>
              <a:defRPr sz="4000" b="1">
                <a:solidFill>
                  <a:srgbClr val="F5F7FA"/>
                </a:solidFill>
              </a:defRPr>
            </a:pPr>
            <a:r>
              <a:t>PROJECT SENTINEL-C4i</a:t>
            </a:r>
          </a:p>
          <a:p>
            <a:pPr>
              <a:spcBef>
                <a:spcPts val="500"/>
              </a:spcBef>
              <a:defRPr sz="2000">
                <a:solidFill>
                  <a:srgbClr val="00D4FF"/>
                </a:solidFill>
              </a:defRPr>
            </a:pPr>
            <a:r>
              <a:t>Unified CCTV Ingestion &amp; Real-Time Intelligence Grid (PS-02)</a:t>
            </a:r>
          </a:p>
          <a:p>
            <a:pPr>
              <a:spcBef>
                <a:spcPts val="2000"/>
              </a:spcBef>
              <a:defRPr sz="1400">
                <a:solidFill>
                  <a:srgbClr val="A0AFC8"/>
                </a:solidFill>
              </a:defRPr>
            </a:pPr>
            <a:r>
              <a:t>Reference Architecture: Model 5 (Hybrid Edge-to-Core) | Scalable to 80,000 Statewide Nodes</a:t>
            </a:r>
          </a:p>
          <a:p>
            <a:pPr>
              <a:spcBef>
                <a:spcPts val="2500"/>
              </a:spcBef>
              <a:defRPr sz="1300">
                <a:solidFill>
                  <a:srgbClr val="FF6B00"/>
                </a:solidFill>
              </a:defRPr>
            </a:pPr>
            <a:r>
              <a:t>Submission Date: September 15, 2026 | Grand Finale Demo Readiness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1. Problem Analysis &amp; Selected Integration Architecture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Addressing statewide fragmentation with Reference Model 5 (Edge-to-Core Hybrid)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The Challenge: Fragmented CCTV Silos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80,000+ cameras operated across 6 different departments (Police, AMC, GSRTC, Smart City, Tolls).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Incompatible VMS proprietary silos (Milestone, Genetec, HikCentral, Dahua DSS).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Suspect vehicles cross municipal jurisdictions undetected due to lack of real-time federation.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Streaming raw video to central servers requires 320+ Gbps bandwidth (Technically &amp; economically unfeasible).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Our Solution: Reference Model 5 (Hybrid)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Edge Ingestion Nodes: Process local RTSP streams on-premises at the district/junction level.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Zero-Bandwidth Bottleneck: Only structured JSON metadata (1.5 KB/event) &amp; plate crops are sent to Gandhinagar (99.88% bandwidth reduction).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Hardware Agnostic: Enforced TCP-RTSP &amp; ONVIF adaptation abstracts away vendor quirks.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Offline Survivability: Edge nodes buffer events locally during fiber cuts and auto-sync on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2. Proprietary AI Vision: Gujarat 10-Class Traffic Model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Trained on 9.6 GB of actual Gujarat CCTV footage — 3.0ms inference on Edge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Why Generic COCO Fails in India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COCO models label Auto-Rickshaws as "Trucks" or fail to detect them completely.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Cannot differentiate Two-Wheelers (Motorcycles vs Scooters vs Mopeds).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Fails under heavy mixed Indian traffic occlusions and diverse vehicle classes.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No support for Commercial Vans (Eeco), Tractors, or E-Rickshaws.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Sentinel 10-Class Gujarat AI Advantage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10 Dedicated Indian Classes: Car, Two-Wheeler, Auto-Rickshaw, Bus, Truck, Emergency Vehicle, Commercial Van, Tractor, E-Rickshaw, Pedestrian.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Sub-50ms Edge Inference: Benchmarked at 3.0ms per frame on local hardware acceleration.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High Accuracy: &gt;94% mAP@50 across heavy mixed traffic junctions.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Two-Stage ANPR: Custom plate localization + HSRP OCR character engine with state regex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3. Proven Live Ingestion on Government CCTV Grid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Benchmark on Government Node CAM-016 (Visat T Junction P2 RLVD) — 721,000+ Real Detections</a:t>
            </a:r>
          </a:p>
        </p:txBody>
      </p:sp>
      <p:pic>
        <p:nvPicPr>
          <p:cNvPr id="4" name="Picture 3" descr="thumb_v1_10class_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9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Live Grid Test Verified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Connected to live Government RTSP stream (103.250.160.189).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TCP Transport Enforced: Zero frame drops, zero UDP artifacting.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Zero-Drift PTS Timestamps: Millisecond-accurate timestamp extraction directly from RTSP stream.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Real-Time Telemetry: 10-class bounding boxes, vehicle make/model recognition, and instant logging.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721,982 real detections verified in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4. Real-Time Watchlist Alerts &amp; Route Reconstruction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Sub-15ms O(1) in-memory correlation + Interactive Leaflet GIS Route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Sub-15ms Watchlist Alert Engine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Continuous matching against stolen vehicle (VAHAN) &amp; wanted criminal (CCTNS) databases.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In-memory hash index delivers instant O(1) lookup latency (&lt; 2ms).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Fuzzy Levenshtein matching catches deliberate plate tampering or damaged plates (distance &lt;= 1).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Real-time WebSocket push alert with audible alarm, red visual banner, and instant forensic crop to operator 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Cross-Camera Route Tracking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Search any registration number (e.g. GJ-01-AB-1234) across the entire statewide grid.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Chronological trajectory reconstruction plotted onto Leaflet Dark Matter GIS map.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Polyline movement path connects camera sighting nodes with microsecond timestamps.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Ghost Plate &amp; Ring-Fencing detection alerts operators if the same plate appears in impossible geographical 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5. Low-Light Enhancement &amp; Section 65B Forensic Vault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Court-admissible evidence generation with cryptographic SHA-256 integrity seal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Optical Enhancement Studio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Dark-Channel Prior De-Hazing for foggy morning surveillance on state highways.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CLAHE Night Contrast Equalization restores low-contrast night vision frames.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Wiener Deconvolution Deblurring recovers fast-moving vehicle license plates.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Real-time enhancement stream toggle on live video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Section 65B Evidence Chain of Custody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Complies with Section 65B Indian Evidence Act &amp; Sec 63 Bharatiya Sakshya Adhiniyam.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Cryptographic SHA-256 Digest: Synthesizes frame bytes + camera MAC + PTS millisecond timestamp into tamper-evident hash.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Immutable Audit Trail: Append-only ledger logs every query and export.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One-Click Court Dossier: Automated generation of court-admissible forensic certificates.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6. Statewide Scalability Architecture (80,000 Cameras)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1,600 Edge Pods + Apache Kafka Event Cluster + TimescaleDB Partitioning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Edge Compute Tier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1,600 Edge Pods (1 per 50 cameras).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Deployed at Taluka/District police headquarters.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Runs local YOLO + ANPR.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Bandwidth per node: ~25 KB/sec.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Total WAN Uplink: ~384 Mbps (vs 320 Gbps raw video).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Distributed Event Bus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12-Node Apache Kafka Cluster.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Ingests 600,000 events/sec capacity.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Partitioned by 33 Gujarat administrative districts.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Zero-loss message persistence during peak surge.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State Data Center C4i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TimescaleDB / PostGIS Sharded Cluster for spatial indexing.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Redis Pub/Sub Fanout pushes alerts to 3,000 concurrent police consoles in &lt;18ms.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Milvus Vector DB for vehicle Re-ID &amp; deep embedding matching.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7. Submission Deliverables &amp; Hackathon Readiness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All 4 required deliverables complete and verified for September 15 deadline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Delivered Assets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Deliverable 1: Solution Presentation (12-slide comprehensive deck).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Deliverable 2: Technical Proposal &amp; HLD Document (20+ page detailed engineering specification).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Deliverable 3: Demo Video 1 (3-minute working platform demo with active AI).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Deliverable 4: Demo Video 2 (3-minute live government feed demo on CAM-016 Visat Junction) + 1,000-record Output Report CSV.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03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B00"/>
                </a:solidFill>
              </a:defRPr>
            </a:pPr>
            <a:r>
              <a:t>Grand Finale Advantage (Sep 22-23)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No Slides-Only Team: Fully working full-stack platform (FastAPI + React + PyTorch).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Custom Gujarat Model: Trained on local CCTV, not a generic COCO demo.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Passes All Sentinel Grid Tests: Enforced TCP-RTSP, dynamic catalogue, zero-drift PTS.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</a:defRPr>
            </a:pPr>
            <a:r>
              <a:t>• Ready for Live Demonstration before the Evaluation Committee at i-Hub Gujarat.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